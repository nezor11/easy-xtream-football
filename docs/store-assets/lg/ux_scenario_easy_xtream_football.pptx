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4"/>
    <p:sldId id="271" r:id="rId20"/>
    <p:sldId id="272" r:id="rId21"/>
    <p:sldId id="273" r:id="rId22"/>
  </p:sldIdLst>
  <p:sldSz cx="9907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Img"/>
          </p:nvPr>
        </p:nvSpPr>
        <p:spPr>
          <a:xfrm>
            <a:off x="952560" y="685440"/>
            <a:ext cx="495288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굴림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3B65120-85DA-4B00-84D5-B7E1E361A8D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굴림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/>
          <p:cNvPicPr/>
          <p:nvPr/>
        </p:nvPicPr>
        <p:blipFill>
          <a:blip r:embed="rId2"/>
          <a:stretch/>
        </p:blipFill>
        <p:spPr>
          <a:xfrm>
            <a:off x="7977240" y="77760"/>
            <a:ext cx="188892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Line 5"/>
          <p:cNvSpPr/>
          <p:nvPr/>
        </p:nvSpPr>
        <p:spPr>
          <a:xfrm>
            <a:off x="3240" y="625320"/>
            <a:ext cx="9899640" cy="0"/>
          </a:xfrm>
          <a:prstGeom prst="line">
            <a:avLst/>
          </a:prstGeom>
          <a:ln w="936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4" name="Line 6"/>
          <p:cNvSpPr/>
          <p:nvPr/>
        </p:nvSpPr>
        <p:spPr>
          <a:xfrm>
            <a:off x="3240" y="6332400"/>
            <a:ext cx="9899640" cy="0"/>
          </a:xfrm>
          <a:prstGeom prst="line">
            <a:avLst/>
          </a:prstGeom>
          <a:ln w="936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240" y="612720"/>
            <a:ext cx="989964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6" name="Line 6"/>
          <p:cNvSpPr/>
          <p:nvPr/>
        </p:nvSpPr>
        <p:spPr>
          <a:xfrm>
            <a:off x="1440" y="6343560"/>
            <a:ext cx="990144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49600" y="6524640"/>
            <a:ext cx="10065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10000"/>
              </a:lnSpc>
              <a:spcBef>
                <a:spcPts val="312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C517C48-D2F0-422E-87C4-C27DCC3F9C8A}" type="slidenum">
              <a:rPr lang="ko-KR" sz="1000" b="0" u="none" strike="noStrike">
                <a:solidFill>
                  <a:srgbClr val="7F7F7F"/>
                </a:solidFill>
                <a:effectLst/>
                <a:uFillTx/>
                <a:latin typeface="맑은 고딕"/>
                <a:ea typeface="맑은 고딕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6"/>
          <p:cNvPicPr/>
          <p:nvPr/>
        </p:nvPicPr>
        <p:blipFill>
          <a:blip r:embed="rId2"/>
          <a:stretch/>
        </p:blipFill>
        <p:spPr>
          <a:xfrm>
            <a:off x="7977240" y="77760"/>
            <a:ext cx="188892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Line 5"/>
          <p:cNvSpPr/>
          <p:nvPr/>
        </p:nvSpPr>
        <p:spPr>
          <a:xfrm>
            <a:off x="3240" y="625320"/>
            <a:ext cx="9899640" cy="0"/>
          </a:xfrm>
          <a:prstGeom prst="line">
            <a:avLst/>
          </a:prstGeom>
          <a:ln w="936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0" name="Line 6"/>
          <p:cNvSpPr/>
          <p:nvPr/>
        </p:nvSpPr>
        <p:spPr>
          <a:xfrm>
            <a:off x="3240" y="6332400"/>
            <a:ext cx="9899640" cy="0"/>
          </a:xfrm>
          <a:prstGeom prst="line">
            <a:avLst/>
          </a:prstGeom>
          <a:ln w="9360">
            <a:solidFill>
              <a:srgbClr val="40404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1" name="Line 5"/>
          <p:cNvSpPr/>
          <p:nvPr/>
        </p:nvSpPr>
        <p:spPr>
          <a:xfrm>
            <a:off x="3240" y="612720"/>
            <a:ext cx="989964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2" name="Line 6"/>
          <p:cNvSpPr/>
          <p:nvPr/>
        </p:nvSpPr>
        <p:spPr>
          <a:xfrm>
            <a:off x="1440" y="6343560"/>
            <a:ext cx="990144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3" name="Rectangle 6"/>
          <p:cNvSpPr/>
          <p:nvPr/>
        </p:nvSpPr>
        <p:spPr>
          <a:xfrm>
            <a:off x="4449600" y="6524640"/>
            <a:ext cx="10065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10000"/>
              </a:lnSpc>
              <a:spcBef>
                <a:spcPts val="312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5E2DD27-D77A-4D50-AC4F-3C956ADAB5E5}" type="slidenum">
              <a:rPr lang="ko-KR" sz="1000" b="0" u="none" strike="noStrike">
                <a:solidFill>
                  <a:srgbClr val="7F7F7F"/>
                </a:solidFill>
                <a:effectLst/>
                <a:uFillTx/>
                <a:latin typeface="맑은 고딕"/>
                <a:ea typeface="맑은 고딕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"/>
          <p:cNvSpPr/>
          <p:nvPr/>
        </p:nvSpPr>
        <p:spPr>
          <a:xfrm>
            <a:off x="3240" y="1773360"/>
            <a:ext cx="9899640" cy="7128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4480" rIns="90000" bIns="2448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sp>
        <p:nvSpPr>
          <p:cNvPr id="15" name="직사각형 2"/>
          <p:cNvSpPr/>
          <p:nvPr/>
        </p:nvSpPr>
        <p:spPr>
          <a:xfrm>
            <a:off x="3240" y="1844640"/>
            <a:ext cx="9899640" cy="14436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Wingdings 2"/>
            </a:endParaRPr>
          </a:p>
        </p:txBody>
      </p:sp>
      <p:pic>
        <p:nvPicPr>
          <p:cNvPr id="16" name="그림 3"/>
          <p:cNvPicPr/>
          <p:nvPr/>
        </p:nvPicPr>
        <p:blipFill>
          <a:blip r:embed="rId2"/>
          <a:stretch/>
        </p:blipFill>
        <p:spPr>
          <a:xfrm>
            <a:off x="7977240" y="77760"/>
            <a:ext cx="1888920" cy="460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2880" y="189000"/>
            <a:ext cx="50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606060"/>
                </a:solidFill>
              </a:rPr>
              <a:t>UX Scenario Document File Version 4.3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00000"/>
            <a:ext cx="9907588" cy="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ctr"/>
            <a:r>
              <a:rPr sz="3600" b="1">
                <a:solidFill>
                  <a:srgbClr val="202020"/>
                </a:solidFill>
              </a:rPr>
              <a:t>Easy Xtream Football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600000"/>
            <a:ext cx="9907588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ctr"/>
            <a:r>
              <a:rPr sz="1600" b="0">
                <a:solidFill>
                  <a:srgbClr val="606060"/>
                </a:solidFill>
              </a:rPr>
              <a:t>IPTV player for live sport on LG webOS TV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21240" y="4797360"/>
          <a:ext cx="4932360" cy="1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303236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Submission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2026 / 10 /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App Ver.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0.1.12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App Developer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Jorge Mtnez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E-mail address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contact@nezor.es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00000" y="1800000"/>
            <a:ext cx="4500000" cy="3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400" b="0">
                <a:solidFill>
                  <a:srgbClr val="202020"/>
                </a:solidFill>
              </a:rPr>
              <a:t>1. Basic Information</a:t>
            </a:r>
          </a:p>
          <a:p>
            <a:pPr algn="l"/>
            <a:r>
              <a:rPr sz="1400" b="0">
                <a:solidFill>
                  <a:srgbClr val="202020"/>
                </a:solidFill>
              </a:rPr>
              <a:t>2. Document History</a:t>
            </a:r>
          </a:p>
          <a:p>
            <a:pPr algn="l"/>
            <a:r>
              <a:rPr sz="1400" b="0">
                <a:solidFill>
                  <a:srgbClr val="202020"/>
                </a:solidFill>
              </a:rPr>
              <a:t>3. App Flow</a:t>
            </a:r>
          </a:p>
          <a:p>
            <a:pPr algn="l"/>
            <a:r>
              <a:rPr sz="1400" b="0">
                <a:solidFill>
                  <a:srgbClr val="202020"/>
                </a:solidFill>
              </a:rPr>
              <a:t>4. Detailed Login Information</a:t>
            </a:r>
          </a:p>
          <a:p>
            <a:pPr algn="l"/>
            <a:r>
              <a:rPr sz="1400" b="0">
                <a:solidFill>
                  <a:srgbClr val="202020"/>
                </a:solidFill>
              </a:rPr>
              <a:t>5. Main Page Description</a:t>
            </a:r>
          </a:p>
          <a:p>
            <a:pPr algn="l"/>
            <a:r>
              <a:rPr sz="1400" b="0">
                <a:solidFill>
                  <a:srgbClr val="202020"/>
                </a:solidFill>
              </a:rPr>
              <a:t>6. Sub Page Description</a:t>
            </a:r>
          </a:p>
          <a:p>
            <a:pPr algn="l"/>
            <a:r>
              <a:rPr sz="1400" b="0">
                <a:solidFill>
                  <a:srgbClr val="202020"/>
                </a:solidFill>
              </a:rPr>
              <a:t>7. Paid Content</a:t>
            </a:r>
          </a:p>
          <a:p>
            <a:pPr algn="l"/>
            <a:r>
              <a:rPr sz="1400" b="0">
                <a:solidFill>
                  <a:srgbClr val="202020"/>
                </a:solidFill>
              </a:rPr>
              <a:t>8. In-App Ad</a:t>
            </a:r>
          </a:p>
          <a:p>
            <a:pPr algn="l"/>
            <a:r>
              <a:rPr sz="1400" b="0">
                <a:solidFill>
                  <a:srgbClr val="202020"/>
                </a:solidFill>
              </a:rPr>
              <a:t>[Appendix] Remote control keys and notes for QA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1. Basic Information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800000"/>
          <a:ext cx="9300000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710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App title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Easy Xtream Football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App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es.nezor.easyxtreamfootball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App version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0.1.12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App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Web app (HTML5), 1920x1080, no external 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Entertainment / Video (IPTV player)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Plays the live TV and radio channels of an IPTV source the user already has (Xtream Codes account, M3U playlist URL or a direct stream link), with a layout focused on live sport: football first, other sports, radio, favourites, recent channels, electronic programme guide and quality selection.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The app ships no content of its own. All channels come from the source the user connects. For QA, openly licensed test playlists are provided in section 4.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None. No account, no sign-up. The connection data of the user's source is stored only on the TV.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Payments / Ads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None. The optional "Buy me a coffee" card shows a QR code to an external web page; nothing is sold or charged in the app.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Remote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Standard remote (4-way, OK, BACK, CH+/-, PLAY/PAUSE/STOP, INFO, yellow key) and Magic Remote (pointer, OK, wheel).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Languages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Follows the TV language: 24 languages (English fallback). Can be forced in Settings.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Required (streams, playlists, programme guide, channel logos).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Tested 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LG 32LM637BPLA (webOS 4.9, 2019) with a real IPTV source and the test playlists; webOS TV Simulator 26.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2. 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900000"/>
          <a:ext cx="9300000" cy="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/>
                <a:gridCol w="1300000"/>
                <a:gridCol w="1000000"/>
                <a:gridCol w="3400000"/>
                <a:gridCol w="300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Sent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File Name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20.10.2026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0.1.12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UX Scenario - Easy Xtream Football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Initial document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3. App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1. Screens and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000" y="1050000"/>
            <a:ext cx="9300000" cy="3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200" b="0">
                <a:solidFill>
                  <a:srgbClr val="202020"/>
                </a:solidFill>
              </a:rPr>
              <a:t>Profiles (entry screen)  -&gt;  OK on a profile  -&gt;  Channel list  -&gt;  OK on a channel  -&gt;  Player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Profiles  -&gt;  "+ Add profile"  -&gt;  Add profile form (Xtream / M3U list / Direct link)  -&gt;  Save  -&gt;  Channel list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Profiles  -&gt;  gear button  -&gt;  Settings  -&gt;  Language / cache / coffee reminder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Profiles  -&gt;  globe button  -&gt;  Language list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Channel list  -&gt;  magnifier button  -&gt;  Filters bar (quality, search field, reload)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Channel list  -&gt;  OK on a folder card  -&gt;  Folder (all channels of that brand)  -&gt;  OK on a channel  -&gt;  Player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Player  -&gt;  OK  -&gt;  Player menu (Quality / Audio / Subtitles / Guide / Info / Coffee)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BACK always goes one level up: Player menu -&gt; Player -&gt; Channel list -&gt; Profiles -&gt; leaves the app.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Long OK on a profile card opens Edit / Delete. Long OK on a channel card toggles favourite; long OK in the player toggles favourite too.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4. Detailed Login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00000" y="1000000"/>
            <a:ext cx="9300000" cy="11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200" b="0">
                <a:solidFill>
                  <a:srgbClr val="202020"/>
                </a:solidFill>
              </a:rPr>
              <a:t>There is no login, sign-up or activation code. The user connects their own IPTV source in "+ Add profile".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For QA, please add an M3U profile with one of the openly licensed test playlists below (Add profile -&gt; "M3U list" tab -&gt; paste the URL in "Playlist URL" -&gt; Save).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0000" y="2300000"/>
          <a:ext cx="9300000" cy="1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4600000"/>
                <a:gridCol w="320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Test playlist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URL to paste in the "M3U list" tab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Demo videos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https://cdn.jsdelivr.net/gh/nezor11/easy-xtream-football@main/docs/playlists/review-test.m3u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Big Buck Bunny (MP4 1080p), BipBop HLS test pattern (720p), Tears of Steel (SD). Blender Foundation films, CC BY 3.0; Apple HLS sample.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Sports radio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https://cdn.jsdelivr.net/gh/nezor11/easy-xtream-football@main/docs/playlists/sports-radio.m3u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14 public sports radio stations (audio only) to check the radio 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Direct link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https://test-streams.mux.dev/x36xhzz/x36xhzz.m3u8  (tab "Direct link")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Single HLS stream (Big Buck Bunny), to check the direct-link profile type.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00000" y="4700000"/>
            <a:ext cx="9300000" cy="15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Notes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The playlists are fetched over HTTPS from jsDelivr (GitHub CDN). The app also accepts any Xtream Codes account (server URL, username, password) or M3U URL from an IPTV provider.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The test content is not sport, so it appears in the "More sports" row (the app sorts football and other sports first when channel names allow it).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Nothing is sent anywhere: the app only talks to the user's source, jsDelivr (playlists, logos) and the image proxy wsrv.nl for logos that fail to 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5. Main Page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1. Profiles (entry screen)</a:t>
            </a:r>
          </a:p>
        </p:txBody>
      </p:sp>
      <p:pic>
        <p:nvPicPr>
          <p:cNvPr id="4" name="Picture 3" descr="02-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0" y="950760"/>
            <a:ext cx="6988320" cy="3930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0154" y="1125468"/>
            <a:ext cx="1641072" cy="21838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1226" y="1045468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48897" y="1096350"/>
            <a:ext cx="232944" cy="232944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21841" y="1016350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683754" y="1096350"/>
            <a:ext cx="232944" cy="232944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56698" y="1016350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540" y="1617562"/>
            <a:ext cx="1029612" cy="719214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4152" y="1537562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6426" y="1631393"/>
            <a:ext cx="990012" cy="691552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6438" y="1551393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502" y="4652385"/>
            <a:ext cx="6464196" cy="98273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56698" y="4572385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238880" y="642960"/>
          <a:ext cx="2610000" cy="1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219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App title and tagline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Settings button (gear): language, cache, coffee reminder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Language button (globe): pick the app language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Profile card: OK opens its channel list; long OK offers Edit /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"+ Add profile": opens the form to connect a source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Hint about long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0" y="5001690"/>
            <a:ext cx="9907588" cy="17563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Detailed Information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Entry screen. Focus starts on the first profile. Arrows move the focus, OK opens, BACK leaves the app (returns to where it was launched from).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With the Magic Remote the pointer focuses any card or button and OK/click activates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5. Main Page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2. Channel list</a:t>
            </a:r>
          </a:p>
        </p:txBody>
      </p:sp>
      <p:pic>
        <p:nvPicPr>
          <p:cNvPr id="4" name="Picture 3" descr="05-rad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0" y="950760"/>
            <a:ext cx="6988320" cy="3930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2502" y="1125468"/>
            <a:ext cx="6464196" cy="21838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56698" y="1045468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3754" y="1096350"/>
            <a:ext cx="232944" cy="232944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56698" y="1016350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502" y="1598635"/>
            <a:ext cx="6464196" cy="138310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56698" y="1518635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4340" y="1809741"/>
            <a:ext cx="990012" cy="691552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04352" y="1729741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926856" y="1809741"/>
            <a:ext cx="990012" cy="691552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18760" y="1729741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38880" y="642960"/>
          <a:ext cx="261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219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Profile name and channel count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Filters button (magnifier): quality filter, search field, reload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Section rows: Live now, Favourites, Recent, Football, More sports (radio stations carry a radio badge)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Channel card: OK plays it; long OK adds/removes favourite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Folder card (several channels of one brand): OK opens the folder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5001690"/>
            <a:ext cx="9907588" cy="17563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Detailed Information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Horizontal rows scroll with left/right (they wrap around at the ends) and with the Magic Remote wheel; up/down change row. Each card shows the logo or the channel initials, the country and a radio or geo-blocked badge when known.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A row with many channels can be opened as a folder; BACK returns to the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5. Main Page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 Filters bar</a:t>
            </a:r>
          </a:p>
        </p:txBody>
      </p:sp>
      <p:pic>
        <p:nvPicPr>
          <p:cNvPr id="4" name="Picture 3" descr="09-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0" y="950760"/>
            <a:ext cx="6988320" cy="3930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2502" y="1569517"/>
            <a:ext cx="359994" cy="20382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2496" y="1489517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3818" y="1569517"/>
            <a:ext cx="1164720" cy="20382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38538" y="1489517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2215" y="1569517"/>
            <a:ext cx="541128" cy="20382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23343" y="1489517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38880" y="642960"/>
          <a:ext cx="2610000" cy="1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219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Quality chips: Auto, 4K, FHD, HD, SD (filters the variants shown)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Search field: typing narrows the list live (LG virtual keyboard)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Reload: downloads the playlist again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5001690"/>
            <a:ext cx="9907588" cy="17563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Detailed Information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The magnifier button toggles this bar. BACK or the magnifier closes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6. Sub Page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1. Player</a:t>
            </a:r>
          </a:p>
        </p:txBody>
      </p:sp>
      <p:pic>
        <p:nvPicPr>
          <p:cNvPr id="4" name="Picture 3" descr="03-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0" y="950760"/>
            <a:ext cx="6988320" cy="3930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2502" y="4455839"/>
            <a:ext cx="2910093" cy="19290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2595" y="4375839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040" y="4506795"/>
            <a:ext cx="2941657" cy="141950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56698" y="4426795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38880" y="642960"/>
          <a:ext cx="2610000" cy="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219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Channel info bar: name, position in the row, quality, picture size, network speed and seconds buffered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Key legend (shown for 8 s after opening): OK menu, OK x2 play/pause, long OK favourite, up/down quality, left/right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5001690"/>
            <a:ext cx="9907588" cy="17563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Detailed Information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Full-screen playback of the selected channel. Left/right or CH+/- change channel (x2 changes folder), up/down change the quality variant, PLAY/PAUSE or OK x2 pause, STOP or BACK leave the player, INFO hides/shows the info bar, yellow key jumps to the last watched channel.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Magic Remote: a click on the picture opens the menu; the pointer then works on the menu options.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If a stream fails (network, 403/404) a message is shown and the app skips to the next channel; if the source is geo-blocked it says 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6. Sub Page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2. Player menu</a:t>
            </a:r>
          </a:p>
        </p:txBody>
      </p:sp>
      <p:pic>
        <p:nvPicPr>
          <p:cNvPr id="4" name="Picture 3" descr="04-play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0" y="950760"/>
            <a:ext cx="6988320" cy="3930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5222" y="3793404"/>
            <a:ext cx="1878111" cy="429490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63333" y="3713404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222" y="4281131"/>
            <a:ext cx="1878111" cy="222024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63333" y="4201131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38880" y="642960"/>
          <a:ext cx="2610000" cy="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219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Tabs: Quality, Audio, Subtitles, Guide, Info, Coffee (left/right)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Options of the selected tab: OK selects (filled bullet = current)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5001690"/>
            <a:ext cx="9907588" cy="17563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Detailed Information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Opened with OK (or a pointer click) over the picture. Quality lists the variants of the channel plus Auto; Audio and Subtitles list the tracks of the stream; Guide shows the programme guide of the channel when the source provides one; Info toggles the info bar; Coffee shows the optional support card (QR code to an external page, nothing is charged in the app).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BACK closes the menu and returns to the picture.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6. Sub Page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3. Radio view</a:t>
            </a:r>
          </a:p>
        </p:txBody>
      </p:sp>
      <p:pic>
        <p:nvPicPr>
          <p:cNvPr id="4" name="Picture 3" descr="06-radio-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0" y="950760"/>
            <a:ext cx="6988320" cy="3930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78861" y="2359343"/>
            <a:ext cx="611478" cy="611478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30339" y="2279343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321762" y="3072734"/>
            <a:ext cx="725675" cy="178347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887437" y="2992734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502" y="4455839"/>
            <a:ext cx="1525851" cy="19290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18353" y="4375839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38880" y="642960"/>
          <a:ext cx="2610000" cy="1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219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Station logo (or a radio glyph)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Station name and "audio only"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Channel info bar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5001690"/>
            <a:ext cx="9907588" cy="17563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Detailed Information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Radio stations (audio-only streams) show this view instead of a black picture. Keys and menu are the same as in the player.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6. Sub Page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4. Add profile</a:t>
            </a:r>
          </a:p>
        </p:txBody>
      </p:sp>
      <p:pic>
        <p:nvPicPr>
          <p:cNvPr id="4" name="Picture 3" descr="07-add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0" y="950760"/>
            <a:ext cx="6988320" cy="3930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2502" y="1125468"/>
            <a:ext cx="6464196" cy="21838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56698" y="1045468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502" y="1445766"/>
            <a:ext cx="6464196" cy="203826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56698" y="1365766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502" y="1940772"/>
            <a:ext cx="4003725" cy="50956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6227" y="1860772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502" y="4011789"/>
            <a:ext cx="861995" cy="243863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4497" y="3931789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238880" y="642960"/>
          <a:ext cx="261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219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Screen title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Source type tabs: Xtream (server, username, password), M3U list (playlist URL), Direct link (stream URL)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Text fields: OK opens the LG virtual keyboard; OK/BACK on the keyboard returns to the form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Save: checks the data, downloads the channel list and opens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5001690"/>
            <a:ext cx="9907588" cy="17563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Detailed Information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Also used to edit an existing profile (long OK on its card). An error message under the form explains a wrong URL or credentials.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Test data for QA: see section 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6. Sub Page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5. Settings</a:t>
            </a:r>
          </a:p>
        </p:txBody>
      </p:sp>
      <p:pic>
        <p:nvPicPr>
          <p:cNvPr id="4" name="Picture 3" descr="08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0" y="950760"/>
            <a:ext cx="6988320" cy="39309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2502" y="1125468"/>
            <a:ext cx="6464196" cy="218385"/>
          </a:xfrm>
          <a:prstGeom prst="rect">
            <a:avLst/>
          </a:prstGeom>
          <a:noFill/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56698" y="1045468"/>
            <a:ext cx="260000" cy="260000"/>
          </a:xfrm>
          <a:prstGeom prst="ellipse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38880" y="642960"/>
          <a:ext cx="2610000" cy="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"/>
                <a:gridCol w="219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Screen title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Options: Language, Clear channel &amp; guide cache, Buy me a coffee, Show the reminder again, Open-source licences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5001690"/>
            <a:ext cx="9907588" cy="17563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000" b="0">
                <a:solidFill>
                  <a:srgbClr val="202020"/>
                </a:solidFill>
              </a:rPr>
              <a:t>Detailed Information</a:t>
            </a:r>
          </a:p>
          <a:p>
            <a:pPr algn="l"/>
            <a:r>
              <a:rPr sz="1000" b="0">
                <a:solidFill>
                  <a:srgbClr val="202020"/>
                </a:solidFill>
              </a:rPr>
              <a:t>- Reached with the gear button on the entry screen. Up/down move, OK selects, BACK returns.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7. Paid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00000" y="1000000"/>
            <a:ext cx="9300000" cy="1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0">
                <a:solidFill>
                  <a:srgbClr val="202020"/>
                </a:solidFill>
              </a:rPr>
              <a:t>Not applicable. The app has no paid content, subscriptions or in-app purchases.</a:t>
            </a:r>
          </a:p>
          <a:p>
            <a:pPr algn="l"/>
            <a:r>
              <a:rPr sz="1300" b="0">
                <a:solidFill>
                  <a:srgbClr val="202020"/>
                </a:solidFill>
              </a:rPr>
              <a:t>The "Buy me a coffee" card (player menu &gt; Coffee, and Settings) only displays a QR code that links to an external web page; the TV app itself never charges anything.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8. In-App Ad</a:t>
            </a:r>
          </a:p>
        </p:txBody>
      </p:sp>
      <p:sp>
        <p:nvSpPr>
          <p:cNvPr id="3" name="Rectangle 2"/>
          <p:cNvSpPr/>
          <p:nvPr/>
        </p:nvSpPr>
        <p:spPr>
          <a:xfrm>
            <a:off x="300000" y="1000000"/>
            <a:ext cx="9300000" cy="10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0">
                <a:solidFill>
                  <a:srgbClr val="202020"/>
                </a:solidFill>
              </a:rPr>
              <a:t>Not applicable. The app shows no advertisements.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[Appendix]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1. Remote control keys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0000" y="1000000"/>
          <a:ext cx="9300000" cy="3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3550000"/>
                <a:gridCol w="3550000"/>
              </a:tblGrid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Lists and forms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Player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Arrows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Move the focus (rows wrap around)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Left/right: previous/next channel (x2: folder). Up/down: quality variant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Activate the focused item (long OK: favourite / edit)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Open the menu (x2: play/pause, long: favourite)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BACK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One level up; on the entry screen leaves the app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Close the menu, else leave the player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CH+ / CH-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Next / previous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PLAY / PAUSE / STOP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Play-pause toggle / leave the player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Show or hide the channel info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Yellow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Jump to the last watched channel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Red / Green / Blue,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Ignored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Ignored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HOME / EXIT / LIVE / VOLUME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Handled by webOS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Handled by webOS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280000"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Magic Remote pointer / wheel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Pointer focuses, click activates, wheel scrolls rows and 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50000" tIns="25000" bIns="25000"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Click opens the menu; pointer and OK work on the menu 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0000"/>
            <a:ext cx="79000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800" b="1">
                <a:solidFill>
                  <a:srgbClr val="202020"/>
                </a:solidFill>
              </a:rPr>
              <a:t>[Appendix]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680" y="620000"/>
            <a:ext cx="7000000" cy="3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300" b="1">
                <a:solidFill>
                  <a:srgbClr val="39D353"/>
                </a:solidFill>
              </a:rPr>
              <a:t>2. Notes for LG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000" y="1000000"/>
            <a:ext cx="9300000" cy="4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algn="l"/>
            <a:r>
              <a:rPr sz="1200" b="0">
                <a:solidFill>
                  <a:srgbClr val="202020"/>
                </a:solidFill>
              </a:rPr>
              <a:t>- No login and no account: please use the test playlists of section 4 (openly licensed content).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- The app is a channel player, not a content service: it has no catalogue of its own and shows only what the user's source provides.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- Live streams cannot be seeked; there is no resume, series or DRM content.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- Quality: "Auto" picks the variant that fits the measured network speed and steps down after stalls; the menu allows manual selection. Variants depend on the source (the test playlists have one variant per item).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- The app follows the TV language (24 languages). Screenshots were taken in English.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- Tested on an LG 32LM637BPLA (webOS 4.9) with a real IPTV subscription (MPEG-TS, H.264, AC-3) and with the test playlists; Magic Remote behaviour verified with pointer/wheel events in a desktop browser (no Magic Remote was available for a hardware check).</a:t>
            </a:r>
          </a:p>
          <a:p>
            <a:pPr algn="l"/>
            <a:r>
              <a:rPr sz="1200" b="0">
                <a:solidFill>
                  <a:srgbClr val="202020"/>
                </a:solidFill>
              </a:rPr>
              <a:t>- Contact for QA questions: contact@nezor.es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10057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2010-07-06T07:41:28Z</dcterms:created>
  <dc:creator>LG Apps</dc:creator>
  <dc:description/>
  <dc:language>en-US</dc:language>
  <cp:lastModifiedBy>봉 하진</cp:lastModifiedBy>
  <dcterms:modified xsi:type="dcterms:W3CDTF">2020-03-11T03:42:16Z</dcterms:modified>
  <cp:revision>664</cp:revision>
  <dc:subject/>
  <dc:title>[app title]description</dc:title>
</cp:coreProperties>
</file>