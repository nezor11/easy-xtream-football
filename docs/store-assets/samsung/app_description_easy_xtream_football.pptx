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16"/>
    <p:sldId id="257" r:id="rId17"/>
    <p:sldId id="258" r:id="rId18"/>
    <p:sldId id="259" r:id="rId19"/>
    <p:sldId id="260" r:id="rId15"/>
    <p:sldId id="261" r:id="rId14"/>
    <p:sldId id="262" r:id="rId13"/>
    <p:sldId id="263" r:id="rId12"/>
    <p:sldId id="264" r:id="rId11"/>
    <p:sldId id="265" r:id="rId10"/>
    <p:sldId id="266" r:id="rId9"/>
    <p:sldId id="267" r:id="rId8"/>
    <p:sldId id="268" r:id="rId28"/>
    <p:sldId id="269" r:id="rId29"/>
    <p:sldId id="270" r:id="rId30"/>
    <p:sldId id="271" r:id="rId31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6.xml"/><Relationship Id="rId15" Type="http://schemas.openxmlformats.org/officeDocument/2006/relationships/slide" Target="slides/slide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font" Target="fonts/Constantia-regular.fntdata"/><Relationship Id="rId21" Type="http://schemas.openxmlformats.org/officeDocument/2006/relationships/font" Target="fonts/Constantia-bold.fntdata"/><Relationship Id="rId22" Type="http://schemas.openxmlformats.org/officeDocument/2006/relationships/font" Target="fonts/Constantia-italic.fntdata"/><Relationship Id="rId23" Type="http://schemas.openxmlformats.org/officeDocument/2006/relationships/font" Target="fonts/Constantia-boldItalic.fntdata"/><Relationship Id="rId24" Type="http://schemas.openxmlformats.org/officeDocument/2006/relationships/font" Target="fonts/CenturyGothic-regular.fntdata"/><Relationship Id="rId25" Type="http://schemas.openxmlformats.org/officeDocument/2006/relationships/font" Target="fonts/CenturyGothic-bold.fntdata"/><Relationship Id="rId26" Type="http://schemas.openxmlformats.org/officeDocument/2006/relationships/font" Target="fonts/CenturyGothic-italic.fntdata"/><Relationship Id="rId27" Type="http://schemas.openxmlformats.org/officeDocument/2006/relationships/font" Target="fonts/CenturyGothic-boldItalic.fntdata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00000"/>
            <a:ext cx="9144000" cy="9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ctr"/>
            <a:r>
              <a:rPr sz="4000" b="1">
                <a:solidFill>
                  <a:srgbClr val="202020"/>
                </a:solidFill>
              </a:rPr>
              <a:t>Easy Xtream Football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800000"/>
            <a:ext cx="9144000" cy="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ctr"/>
            <a:r>
              <a:rPr sz="2200" b="0">
                <a:solidFill>
                  <a:srgbClr val="606060"/>
                </a:solidFill>
              </a:rPr>
              <a:t>App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500000"/>
            <a:ext cx="9144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ctr"/>
            <a:r>
              <a:rPr sz="1400" b="0">
                <a:solidFill>
                  <a:srgbClr val="606060"/>
                </a:solidFill>
              </a:rPr>
              <a:t>IPTV player for live sport on Samsung Smart TV (Tizen web app)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00000" y="4600000"/>
          <a:ext cx="4544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304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Nezor (Jorge Martínez)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Contact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contact@nezor.es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App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EXFOOTBALL.EasyXtreamFootball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App version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1.0.0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2026-10-22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Revision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100000"/>
          <a:ext cx="8344000" cy="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400000"/>
                <a:gridCol w="4144000"/>
                <a:gridCol w="160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2026-10-22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Initial document for app version 1.0.0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Jorge Martínez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0000" y="1300000"/>
            <a:ext cx="6000000" cy="3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0">
                <a:solidFill>
                  <a:srgbClr val="202020"/>
                </a:solidFill>
              </a:rPr>
              <a:t>1. UI Structure</a:t>
            </a:r>
          </a:p>
          <a:p>
            <a:pPr algn="l"/>
            <a:r>
              <a:rPr sz="1800" b="0">
                <a:solidFill>
                  <a:srgbClr val="202020"/>
                </a:solidFill>
              </a:rPr>
              <a:t>2. Usage Scenario</a:t>
            </a:r>
          </a:p>
          <a:p>
            <a:pPr algn="l"/>
            <a:r>
              <a:rPr sz="1800" b="0">
                <a:solidFill>
                  <a:srgbClr val="202020"/>
                </a:solidFill>
              </a:rPr>
              <a:t>3. Menu &amp; function description</a:t>
            </a:r>
          </a:p>
          <a:p>
            <a:pPr algn="l"/>
            <a:r>
              <a:rPr sz="1800" b="0">
                <a:solidFill>
                  <a:srgbClr val="202020"/>
                </a:solidFill>
              </a:rPr>
              <a:t>4. Key policy</a:t>
            </a:r>
          </a:p>
          <a:p>
            <a:pPr algn="l"/>
            <a:r>
              <a:rPr sz="1800" b="0">
                <a:solidFill>
                  <a:srgbClr val="202020"/>
                </a:solidFill>
              </a:rPr>
              <a:t>5. How to change languages</a:t>
            </a:r>
          </a:p>
          <a:p>
            <a:pPr algn="l"/>
            <a:r>
              <a:rPr sz="1800" b="0">
                <a:solidFill>
                  <a:srgbClr val="202020"/>
                </a:solidFill>
              </a:rPr>
              <a:t>6. Notes for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1. UI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Depth navigation (RETURN always goes one level 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1150000"/>
            <a:ext cx="8344000" cy="46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100" b="0">
                <a:solidFill>
                  <a:srgbClr val="202020"/>
                </a:solidFill>
              </a:rPr>
              <a:t>Profiles (entry screen)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├─ OK on a profile  →  Channel list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│       ├─ OK on a channel  →  Player  →  ENTER: Player menu (Quality / Audio / Subtitles / Guide / Info / Coffee)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│       ├─ OK on a folder card  →  Folder (all channels of one brand)  →  Player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│       └─ magnifier button  →  Filters bar (quality chips, search field, reload)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├─ "+ Add profile"  →  Add profile form (Xtream / M3U list / Direct link)  →  Save  →  Channel list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├─ gear button  →  Settings (language, clear cache, coffee reminder, open-source licences)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    └─ globe button  →  Language list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RETURN: Player menu → Player → Channel list → Profiles → exits the app.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Long ENTER on a profile card: Edit / Delete.  Long ENTER on a channel card or in the player: toggle favourite.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Radio stations (audio-only streams) open the Radio view instead of the full-screen player.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2. Usage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No login, no sign-up, no payment: the user connects their own IPTV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1150000"/>
            <a:ext cx="8344000" cy="1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100" b="0">
                <a:solidFill>
                  <a:srgbClr val="202020"/>
                </a:solidFill>
              </a:rPr>
              <a:t>The app ships with NO channels. On first launch the entry screen is empty except "+ Add profile". The user adds a profile with the data of an IPTV source they already have (an Xtream Codes account, an M3U playlist URL or a direct stream link). Nothing is sent to the developer; the data stays on the TV.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For testing, please use the openly licensed playlists below (no account needed):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0000" y="2500000"/>
          <a:ext cx="8344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4600000"/>
                <a:gridCol w="314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Launch the app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Entry screen "Profiles" with the "+ Add profile" card focused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ENTER on "+ Add profile", choose the tab "M3U list"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Form with Name and Playlist URL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Name: any; Playlist URL: https://cdn.jsdelivr.net/gh/nezor11/easy-xtream-football@main/docs/playlists/review-test.m3u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The TV keyboard opens on ENTER; RETURN closes it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ENTER on 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The playlist is downloaded and the Channel list opens (demo videos: Big Buck Bunny, BipBop HLS, Tears of Steel)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ENTER on a channel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Full-screen playback; info bar and key legend for a few seconds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ENTER on the picture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Player menu: Quality / Audio / Subtitles / Guide / Info / Coffee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RETURN, RETURN, RETURN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Back to the Channel list, then Profiles, then the app exits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Optional: add a second M3U profile with https://cdn.jsdelivr.net/gh/nezor11/easy-xtream-football@main/docs/playlists/sports-radio.m3u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Public sports radio stations; playing one shows the Radio view (logo, name, "audio only")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3.1 Profiles (entry screen)</a:t>
            </a:r>
          </a:p>
        </p:txBody>
      </p:sp>
      <p:pic>
        <p:nvPicPr>
          <p:cNvPr id="5" name="Picture 4" descr="02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7083" y="1287500"/>
            <a:ext cx="1291569" cy="17187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8652" y="1217500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6875" y="1264583"/>
            <a:ext cx="183333" cy="18333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90208" y="119458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10416" y="1264583"/>
            <a:ext cx="183333" cy="18333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3750" y="119458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854" y="1674791"/>
            <a:ext cx="810333" cy="566041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78187" y="1604791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8020" y="1685677"/>
            <a:ext cx="779166" cy="54427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7187" y="1615677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50" y="4063281"/>
            <a:ext cx="5087500" cy="7734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3750" y="3993281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50000" y="1150000"/>
          <a:ext cx="269400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App title and tagline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Settings button (gear): language, cache, coffee reminder, licences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Language button (globe): pick the app language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Profile card: ENTER opens its channel list; long ENTER offers Edit /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"+ Add profile": opens the form to connect a source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Hint about long 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Entry screen. Focus starts on the first profile (or on "+ Add profile" when there is none). Arrows move the focus, ENTER opens, RETURN exits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3.2 Channel list</a:t>
            </a:r>
          </a:p>
        </p:txBody>
      </p:sp>
      <p:pic>
        <p:nvPicPr>
          <p:cNvPr id="5" name="Picture 4" descr="05-rad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250" y="1287500"/>
            <a:ext cx="5087500" cy="17187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3750" y="1217500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510416" y="1264583"/>
            <a:ext cx="183333" cy="18333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3750" y="119458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50" y="1659895"/>
            <a:ext cx="5087500" cy="10885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3750" y="1589895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437" y="1826041"/>
            <a:ext cx="779166" cy="54427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2604" y="1756041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10937" y="1826041"/>
            <a:ext cx="779166" cy="54427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0000" y="1756041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050000" y="1150000"/>
          <a:ext cx="2694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Profile name and channel count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Filters button (magnifier): quality filter, search field,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Section rows: Live now, Favourites, Recent, Football, More sports (radio stations carry a radio badge)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card: ENTER plays it; long ENTER adds/removes favourite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Folder card (several channels of one brand): ENTER opens the folder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Rows scroll with left/right (they wrap around at the ends); up/down change row. Each card shows the logo or the channel initials, the country and a radio or geo-blocked badge when known.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A row with many channels can be opened as a folder; RETURN returns to the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3.3 Filters bar</a:t>
            </a:r>
          </a:p>
        </p:txBody>
      </p:sp>
      <p:pic>
        <p:nvPicPr>
          <p:cNvPr id="5" name="Picture 4" descr="09-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250" y="1636979"/>
            <a:ext cx="283325" cy="16041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575" y="1566979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8194" y="1636979"/>
            <a:ext cx="916666" cy="16041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84861" y="1566979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9236" y="1636979"/>
            <a:ext cx="425882" cy="16041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5119" y="1566979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50000" y="1150000"/>
          <a:ext cx="2694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Quality chips: Auto, 4K, FHD, HD, SD (filters the variants shown)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Search field: typing narrows the list live (TV keyboard)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Reload: downloads the playlist again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The magnifier button toggles this bar. RETURN or the magnifier closes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3.4 Player</a:t>
            </a:r>
          </a:p>
        </p:txBody>
      </p:sp>
      <p:pic>
        <p:nvPicPr>
          <p:cNvPr id="5" name="Picture 4" descr="03-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250" y="3908593"/>
            <a:ext cx="2290323" cy="151822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6573" y="383859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8584" y="3948697"/>
            <a:ext cx="2315165" cy="111718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3750" y="3878697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50000" y="1150000"/>
          <a:ext cx="2694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info bar: name, position in the row, quality, picture size, network speed and seconds buffered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Key legend (shown for 8 s after opening): ENTER menu, ENTER x2 play/pause, long ENTER favourite, up/down quality, left/right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Full-screen playback (AVPlay) of the selected channel. Left/right or CH+/- change channel (x2 changes folder), up/down change the quality variant, PLAY/PAUSE or ENTER x2 pause, STOP or RETURN leave the player, INFO hides/shows the info bar.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If a stream fails (network, 403/404) a message is shown and the app skips to the next channel; if the source is geo-blocked it says 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3.5 Player menu</a:t>
            </a:r>
          </a:p>
        </p:txBody>
      </p:sp>
      <p:pic>
        <p:nvPicPr>
          <p:cNvPr id="5" name="Picture 4" descr="04-play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520" y="3387239"/>
            <a:ext cx="1478125" cy="33802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8645" y="3317239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520" y="3771093"/>
            <a:ext cx="1478125" cy="174739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8645" y="370109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50000" y="1150000"/>
          <a:ext cx="2694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Tabs: Quality, Audio, Subtitles, Guide, Info, Coffee (left/right)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Options of the selected tab: ENTER selects (filled bullet = 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Opened with ENTER over the picture. Quality lists the variants of the channel plus Auto; Audio and Subtitles list the tracks of the stream; Guide shows the programme guide of the channel when the source provides one; Info toggles the info bar; Coffee shows the optional support card (QR code to an external web page; nothing is sold or charged in the app).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RETURN closes the menu and returns to the picture.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3.6 Radio view</a:t>
            </a:r>
          </a:p>
        </p:txBody>
      </p:sp>
      <p:pic>
        <p:nvPicPr>
          <p:cNvPr id="5" name="Picture 4" descr="06-radio-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09375" y="2258593"/>
            <a:ext cx="481250" cy="48125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50625" y="218859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4436" y="2820052"/>
            <a:ext cx="571126" cy="14036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5563" y="2750052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50" y="3908593"/>
            <a:ext cx="1200887" cy="151822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7137" y="383859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50000" y="1150000"/>
          <a:ext cx="2694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Station logo (or a radio glyph)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Station name and "audio only"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info bar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Radio stations (audio-only streams) show this view instead of a black picture. Keys and menu are the same as in the player.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3.7 Add profile</a:t>
            </a:r>
          </a:p>
        </p:txBody>
      </p:sp>
      <p:pic>
        <p:nvPicPr>
          <p:cNvPr id="5" name="Picture 4" descr="07-add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250" y="1287500"/>
            <a:ext cx="5087500" cy="17187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3750" y="1217500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250" y="1539583"/>
            <a:ext cx="5087500" cy="16041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3750" y="1469583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50" y="1929166"/>
            <a:ext cx="3151041" cy="401041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7291" y="1859166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250" y="3559114"/>
            <a:ext cx="678413" cy="191927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4663" y="3489114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50000" y="1150000"/>
          <a:ext cx="2694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Screen title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Source type tabs: Xtream (server, username, password), M3U list (playlist URL), Direct link (stream URL)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Text fields: ENTER opens the TV keyboard; Done/RETURN on the keyboard returns to the form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Save: checks the data, downloads the channel list and opens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Also used to edit an existing profile (long ENTER on its card). An error message under the form explains a wrong URL or credentials.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Test data for QA: see section 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3. Menu &amp; function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3.8 Settings</a:t>
            </a:r>
          </a:p>
        </p:txBody>
      </p:sp>
      <p:pic>
        <p:nvPicPr>
          <p:cNvPr id="5" name="Picture 4" descr="08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150000"/>
            <a:ext cx="5500000" cy="30937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250" y="1287500"/>
            <a:ext cx="5087500" cy="17187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3750" y="1217500"/>
            <a:ext cx="240000" cy="24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50000" y="1150000"/>
          <a:ext cx="2694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233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Screen title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Options: Language, Clear channel &amp; guide cache, Buy me a coffee, Show the reminder again, Open-source licences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00000" y="4393750"/>
            <a:ext cx="8344000" cy="2214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Reached with the gear button on the entry screen. Up/down move, ENTER selects, RETURN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4. Key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760000"/>
            <a:ext cx="8344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Samsung standard remote (Smart Remote and full remote)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0000" y="1150000"/>
          <a:ext cx="8344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3072000"/>
                <a:gridCol w="3072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Lists and forms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Player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Arrows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Move the focus (rows wrap around)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Left/right: previous/next channel (x2: folder). Up/down: quality variant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Activate the focused item (long ENTER: favourite / edit)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Open the menu (x2: play/pause, long: favourite)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RETURN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One level up; on the entry screen exits the app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Close the menu, else leave the player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CH+ / CH-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Next / previous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PLAY / PAUSE / STOP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Play-pause toggle / leave the player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Show or hide the channel info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Colour keys, numbers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Ignored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Ignored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HOME / EXIT / VOLUME / MUTE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Handled by the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Handled by the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Pointer / mouse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Not used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Not used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5. How to change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1150000"/>
            <a:ext cx="8344000" cy="9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200" b="0">
                <a:solidFill>
                  <a:srgbClr val="202020"/>
                </a:solidFill>
              </a:rPr>
              <a:t>The app follows the TV menu language automatically (24 languages, English fallback). It can also be forced from inside the app: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0000" y="2100000"/>
          <a:ext cx="8344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7144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On the entry screen, move the focus to the globe button (top right) and press ENTER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Pick a language in the list and press ENTER; the whole UI changes immediately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Alternatively: gear button → Settings → Language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Languages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Albanian, Arabic, Basque, Catalan, Chinese (Taiwan), Croatian, Dutch, English, French, Galician, German, Greek, Hindi, Indonesian, Italian, Polish, Portuguese, Romanian, Russian, Serbian, Spanish, Thai, Turkish, Vietnamese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00" y="200000"/>
            <a:ext cx="8344000" cy="4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2200" b="1">
                <a:solidFill>
                  <a:srgbClr val="202020"/>
                </a:solidFill>
              </a:rPr>
              <a:t>6. Notes for QA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690000"/>
            <a:ext cx="8344000" cy="25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00" y="1150000"/>
            <a:ext cx="8344000" cy="4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100" b="0">
                <a:solidFill>
                  <a:srgbClr val="202020"/>
                </a:solidFill>
              </a:rPr>
              <a:t>- No login and no account: please use the test playlists of section 2 (openly licensed content served by jsDelivr and public CDNs; no geo-blocking).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The app is a channel player, not a content service: it has no catalogue of its own and shows only what the user's source provides.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Free app: no in-app purchase, no subscription, no advertising. The "Buy me a coffee" card only shows a QR code to an external web page.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Live streams cannot be seeked; there is no resume, series or DRM content.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Quality: "Auto" picks the variant that fits the measured network speed and steps down after stalls; the menu allows manual selection. Variants depend on the source (the test playlists have one variant per item).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Privilege APIs used: internet, system information (TV model / language), input device key capture (CH+/-, media keys, INFO).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Tested on a Samsung Smart Monitor M7 LS32AM700U (Tizen 5.5) with a real IPTV subscription (MPEG-TS, H.264, AC-3 / E-AC-3) and with the test playlists.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Screenshots in this document were taken from the same web app in a desktop browser at 1920x1080 (identical UI).</a:t>
            </a:r>
          </a:p>
          <a:p>
            <a:pPr algn="l"/>
            <a:r>
              <a:rPr sz="1100" b="0">
                <a:solidFill>
                  <a:srgbClr val="202020"/>
                </a:solidFill>
              </a:rPr>
              <a:t>- Contact for QA questions: contact@nezor.es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